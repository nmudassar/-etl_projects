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8C0767-EBA7-4CCD-9729-151E647CB4BE}" v="85" dt="2025-11-19T01:02:42.8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dia Mudassar" userId="4d7cb656e63be6be" providerId="LiveId" clId="{BA122AEC-06AF-4341-8D4A-90D2AA759F5D}"/>
    <pc:docChg chg="custSel modSld">
      <pc:chgData name="Nadia Mudassar" userId="4d7cb656e63be6be" providerId="LiveId" clId="{BA122AEC-06AF-4341-8D4A-90D2AA759F5D}" dt="2025-11-19T01:02:57.440" v="96" actId="27636"/>
      <pc:docMkLst>
        <pc:docMk/>
      </pc:docMkLst>
      <pc:sldChg chg="modSp mod">
        <pc:chgData name="Nadia Mudassar" userId="4d7cb656e63be6be" providerId="LiveId" clId="{BA122AEC-06AF-4341-8D4A-90D2AA759F5D}" dt="2025-11-19T01:02:57.440" v="96" actId="27636"/>
        <pc:sldMkLst>
          <pc:docMk/>
          <pc:sldMk cId="0" sldId="256"/>
        </pc:sldMkLst>
        <pc:spChg chg="mod">
          <ac:chgData name="Nadia Mudassar" userId="4d7cb656e63be6be" providerId="LiveId" clId="{BA122AEC-06AF-4341-8D4A-90D2AA759F5D}" dt="2025-11-19T01:02:57.440" v="96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Nadia Mudassar" userId="4d7cb656e63be6be" providerId="LiveId" clId="{BA122AEC-06AF-4341-8D4A-90D2AA759F5D}" dt="2025-11-19T01:00:53.864" v="1" actId="14100"/>
          <ac:spMkLst>
            <pc:docMk/>
            <pc:sldMk cId="0" sldId="256"/>
            <ac:spMk id="3" creationId="{00000000-0000-0000-0000-000000000000}"/>
          </ac:spMkLst>
        </pc:spChg>
        <pc:picChg chg="mod">
          <ac:chgData name="Nadia Mudassar" userId="4d7cb656e63be6be" providerId="LiveId" clId="{BA122AEC-06AF-4341-8D4A-90D2AA759F5D}" dt="2025-11-19T01:02:51.120" v="93" actId="1076"/>
          <ac:picMkLst>
            <pc:docMk/>
            <pc:sldMk cId="0" sldId="256"/>
            <ac:picMk id="7" creationId="{E63F5D15-A497-F628-BA1C-9B1FC2DCC15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2757" y="3407229"/>
            <a:ext cx="6863414" cy="2536371"/>
          </a:xfrm>
        </p:spPr>
        <p:txBody>
          <a:bodyPr anchor="t">
            <a:normAutofit/>
          </a:bodyPr>
          <a:lstStyle/>
          <a:p>
            <a:pPr algn="l"/>
            <a:r>
              <a:rPr lang="en-GB" sz="3500" dirty="0" err="1">
                <a:solidFill>
                  <a:schemeClr val="tx2"/>
                </a:solidFill>
              </a:rPr>
              <a:t>Retailio</a:t>
            </a:r>
            <a:r>
              <a:rPr lang="en-GB" sz="3500" dirty="0">
                <a:solidFill>
                  <a:schemeClr val="tx2"/>
                </a:solidFill>
              </a:rPr>
              <a:t> ETL Pipeline</a:t>
            </a:r>
            <a:br>
              <a:rPr lang="en-GB" sz="3500" dirty="0">
                <a:solidFill>
                  <a:schemeClr val="tx2"/>
                </a:solidFill>
              </a:rPr>
            </a:br>
            <a:br>
              <a:rPr lang="en-GB" sz="3500" dirty="0">
                <a:solidFill>
                  <a:schemeClr val="tx2"/>
                </a:solidFill>
              </a:rPr>
            </a:br>
            <a:r>
              <a:rPr lang="en-GB" sz="2200" dirty="0">
                <a:solidFill>
                  <a:schemeClr val="tx2"/>
                </a:solidFill>
              </a:rPr>
              <a:t>by:  Nadia Mudassar</a:t>
            </a:r>
            <a:br>
              <a:rPr lang="en-GB" sz="2200" dirty="0">
                <a:solidFill>
                  <a:schemeClr val="tx2"/>
                </a:solidFill>
              </a:rPr>
            </a:br>
            <a:r>
              <a:rPr lang="en-GB" sz="2200" dirty="0">
                <a:solidFill>
                  <a:schemeClr val="tx2"/>
                </a:solidFill>
              </a:rPr>
              <a:t> Data engineer consultant at AMDARI </a:t>
            </a:r>
            <a:br>
              <a:rPr lang="en-GB" sz="2200" dirty="0">
                <a:solidFill>
                  <a:schemeClr val="tx2"/>
                </a:solidFill>
              </a:rPr>
            </a:br>
            <a:r>
              <a:rPr lang="en-GB" sz="2200" dirty="0">
                <a:solidFill>
                  <a:schemeClr val="tx2"/>
                </a:solidFill>
              </a:rPr>
              <a:t> </a:t>
            </a:r>
            <a:r>
              <a:rPr lang="en-GB" sz="1800" dirty="0">
                <a:solidFill>
                  <a:schemeClr val="tx2"/>
                </a:solidFill>
              </a:rPr>
              <a:t>https://github.com/Nmudassar/ETL_Projects/tree/main/retailio-elt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55572" y="2333041"/>
            <a:ext cx="4521522" cy="647714"/>
          </a:xfrm>
        </p:spPr>
        <p:txBody>
          <a:bodyPr anchor="b">
            <a:normAutofit/>
          </a:bodyPr>
          <a:lstStyle/>
          <a:p>
            <a:pPr algn="l"/>
            <a:r>
              <a:rPr lang="en-GB" sz="1700" dirty="0">
                <a:solidFill>
                  <a:schemeClr val="tx2"/>
                </a:solidFill>
              </a:rPr>
              <a:t>AWS S3 → </a:t>
            </a:r>
            <a:r>
              <a:rPr lang="en-GB" sz="1700" dirty="0" err="1">
                <a:solidFill>
                  <a:schemeClr val="tx2"/>
                </a:solidFill>
              </a:rPr>
              <a:t>Airbyte</a:t>
            </a:r>
            <a:r>
              <a:rPr lang="en-GB" sz="1700" dirty="0">
                <a:solidFill>
                  <a:schemeClr val="tx2"/>
                </a:solidFill>
              </a:rPr>
              <a:t> Cloud → </a:t>
            </a:r>
            <a:r>
              <a:rPr lang="en-GB" sz="1700" dirty="0" err="1">
                <a:solidFill>
                  <a:schemeClr val="tx2"/>
                </a:solidFill>
              </a:rPr>
              <a:t>MotherDuck</a:t>
            </a:r>
            <a:endParaRPr lang="en-GB" sz="1700" dirty="0">
              <a:solidFill>
                <a:schemeClr val="tx2"/>
              </a:solidFill>
            </a:endParaRP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E63F5D15-A497-F628-BA1C-9B1FC2DCC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17425" y="5042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0943" y="991261"/>
            <a:ext cx="4316022" cy="1837349"/>
          </a:xfrm>
        </p:spPr>
        <p:txBody>
          <a:bodyPr>
            <a:normAutofit/>
          </a:bodyPr>
          <a:lstStyle/>
          <a:p>
            <a:r>
              <a:rPr lang="en-GB" sz="3100" dirty="0">
                <a:solidFill>
                  <a:schemeClr val="tx2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7809" y="2979336"/>
            <a:ext cx="4282290" cy="24308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en-GB" sz="14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2"/>
                </a:solidFill>
              </a:rPr>
              <a:t>Business Overview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2"/>
                </a:solidFill>
              </a:rPr>
              <a:t>Aim of the Project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2"/>
                </a:solidFill>
              </a:rPr>
              <a:t>Architecture Diagram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2"/>
                </a:solidFill>
              </a:rPr>
              <a:t>AWS S3 Data Storage</a:t>
            </a:r>
          </a:p>
          <a:p>
            <a:pPr>
              <a:lnSpc>
                <a:spcPct val="90000"/>
              </a:lnSpc>
            </a:pPr>
            <a:r>
              <a:rPr lang="en-GB" sz="1400" dirty="0" err="1">
                <a:solidFill>
                  <a:schemeClr val="tx2"/>
                </a:solidFill>
              </a:rPr>
              <a:t>Airbyte</a:t>
            </a:r>
            <a:r>
              <a:rPr lang="en-GB" sz="1400" dirty="0">
                <a:solidFill>
                  <a:schemeClr val="tx2"/>
                </a:solidFill>
              </a:rPr>
              <a:t> Integration</a:t>
            </a:r>
          </a:p>
          <a:p>
            <a:pPr>
              <a:lnSpc>
                <a:spcPct val="90000"/>
              </a:lnSpc>
            </a:pPr>
            <a:r>
              <a:rPr lang="en-GB" sz="1400" dirty="0" err="1">
                <a:solidFill>
                  <a:schemeClr val="tx2"/>
                </a:solidFill>
              </a:rPr>
              <a:t>MotherDuck</a:t>
            </a:r>
            <a:r>
              <a:rPr lang="en-GB" sz="1400" dirty="0">
                <a:solidFill>
                  <a:schemeClr val="tx2"/>
                </a:solidFill>
              </a:rPr>
              <a:t> Warehouse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2"/>
                </a:solidFill>
              </a:rPr>
              <a:t>Automation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2"/>
                </a:solidFill>
              </a:rPr>
              <a:t>Cloud-Native Architecture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chemeClr val="tx2"/>
                </a:solidFill>
              </a:rPr>
              <a:t>Conclusion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0943" y="991261"/>
            <a:ext cx="4316022" cy="1837349"/>
          </a:xfrm>
        </p:spPr>
        <p:txBody>
          <a:bodyPr>
            <a:normAutofit/>
          </a:bodyPr>
          <a:lstStyle/>
          <a:p>
            <a:r>
              <a:rPr lang="en-GB" sz="3100" dirty="0">
                <a:solidFill>
                  <a:schemeClr val="tx2"/>
                </a:solidFill>
              </a:rPr>
              <a:t>Business Overview /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7809" y="2979336"/>
            <a:ext cx="4282290" cy="2430864"/>
          </a:xfrm>
        </p:spPr>
        <p:txBody>
          <a:bodyPr anchor="t">
            <a:normAutofit/>
          </a:bodyPr>
          <a:lstStyle/>
          <a:p>
            <a:endParaRPr lang="en-GB" sz="1700" dirty="0">
              <a:solidFill>
                <a:schemeClr val="tx2"/>
              </a:solidFill>
            </a:endParaRPr>
          </a:p>
          <a:p>
            <a:r>
              <a:rPr lang="en-GB" sz="1700" dirty="0">
                <a:solidFill>
                  <a:schemeClr val="tx2"/>
                </a:solidFill>
              </a:rPr>
              <a:t>Manual CSV uploads cause delays and errors</a:t>
            </a:r>
          </a:p>
          <a:p>
            <a:r>
              <a:rPr lang="en-GB" sz="1700" dirty="0">
                <a:solidFill>
                  <a:schemeClr val="tx2"/>
                </a:solidFill>
              </a:rPr>
              <a:t>Inconsistencies across branches</a:t>
            </a:r>
          </a:p>
          <a:p>
            <a:r>
              <a:rPr lang="en-GB" sz="1700" dirty="0">
                <a:solidFill>
                  <a:schemeClr val="tx2"/>
                </a:solidFill>
              </a:rPr>
              <a:t>No centralised repository</a:t>
            </a:r>
          </a:p>
          <a:p>
            <a:r>
              <a:rPr lang="en-GB" sz="1700" dirty="0">
                <a:solidFill>
                  <a:schemeClr val="tx2"/>
                </a:solidFill>
              </a:rPr>
              <a:t>Need for scalable cloud-based ETL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0943" y="991261"/>
            <a:ext cx="4316022" cy="1837349"/>
          </a:xfrm>
        </p:spPr>
        <p:txBody>
          <a:bodyPr>
            <a:normAutofit/>
          </a:bodyPr>
          <a:lstStyle/>
          <a:p>
            <a:r>
              <a:rPr lang="en-GB" sz="3100" dirty="0">
                <a:solidFill>
                  <a:schemeClr val="tx2"/>
                </a:solidFill>
              </a:rPr>
              <a:t>Aim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7809" y="2979336"/>
            <a:ext cx="4282290" cy="2430864"/>
          </a:xfrm>
        </p:spPr>
        <p:txBody>
          <a:bodyPr anchor="t">
            <a:normAutofit/>
          </a:bodyPr>
          <a:lstStyle/>
          <a:p>
            <a:endParaRPr lang="en-GB" sz="1700" dirty="0">
              <a:solidFill>
                <a:schemeClr val="tx2"/>
              </a:solidFill>
            </a:endParaRPr>
          </a:p>
          <a:p>
            <a:r>
              <a:rPr lang="en-GB" sz="1700" dirty="0">
                <a:solidFill>
                  <a:schemeClr val="tx2"/>
                </a:solidFill>
              </a:rPr>
              <a:t>Centralize data in AWS S3</a:t>
            </a:r>
          </a:p>
          <a:p>
            <a:r>
              <a:rPr lang="en-GB" sz="1700" dirty="0">
                <a:solidFill>
                  <a:schemeClr val="tx2"/>
                </a:solidFill>
              </a:rPr>
              <a:t>Automate ETL pipeline using </a:t>
            </a:r>
            <a:r>
              <a:rPr lang="en-GB" sz="1700" dirty="0" err="1">
                <a:solidFill>
                  <a:schemeClr val="tx2"/>
                </a:solidFill>
              </a:rPr>
              <a:t>Airbyte</a:t>
            </a:r>
            <a:endParaRPr lang="en-GB" sz="1700" dirty="0">
              <a:solidFill>
                <a:schemeClr val="tx2"/>
              </a:solidFill>
            </a:endParaRPr>
          </a:p>
          <a:p>
            <a:r>
              <a:rPr lang="en-GB" sz="1700" dirty="0">
                <a:solidFill>
                  <a:schemeClr val="tx2"/>
                </a:solidFill>
              </a:rPr>
              <a:t>Build warehouse in </a:t>
            </a:r>
            <a:r>
              <a:rPr lang="en-GB" sz="1700" dirty="0" err="1">
                <a:solidFill>
                  <a:schemeClr val="tx2"/>
                </a:solidFill>
              </a:rPr>
              <a:t>MotherDuck</a:t>
            </a:r>
            <a:endParaRPr lang="en-GB" sz="1700" dirty="0">
              <a:solidFill>
                <a:schemeClr val="tx2"/>
              </a:solidFill>
            </a:endParaRPr>
          </a:p>
          <a:p>
            <a:r>
              <a:rPr lang="en-GB" sz="1700" dirty="0">
                <a:solidFill>
                  <a:schemeClr val="tx2"/>
                </a:solidFill>
              </a:rPr>
              <a:t>Enable fast insights and decisions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2996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Architecture Diagram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9F416D-6A8F-E268-1688-B42051C7F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09" y="903514"/>
            <a:ext cx="3116720" cy="5171609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802955"/>
            <a:ext cx="3574747" cy="1454051"/>
          </a:xfrm>
        </p:spPr>
        <p:txBody>
          <a:bodyPr>
            <a:normAutofit/>
          </a:bodyPr>
          <a:lstStyle/>
          <a:p>
            <a:r>
              <a:rPr lang="en-GB" sz="3100" dirty="0">
                <a:solidFill>
                  <a:schemeClr val="tx2"/>
                </a:solidFill>
              </a:rPr>
              <a:t>Data Storage – AWS S3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421683"/>
            <a:ext cx="3574461" cy="3353476"/>
          </a:xfrm>
        </p:spPr>
        <p:txBody>
          <a:bodyPr anchor="t">
            <a:normAutofit/>
          </a:bodyPr>
          <a:lstStyle/>
          <a:p>
            <a:endParaRPr lang="en-GB" sz="1600">
              <a:solidFill>
                <a:schemeClr val="tx2"/>
              </a:solidFill>
            </a:endParaRPr>
          </a:p>
          <a:p>
            <a:r>
              <a:rPr lang="en-GB" sz="1600">
                <a:solidFill>
                  <a:schemeClr val="tx2"/>
                </a:solidFill>
              </a:rPr>
              <a:t>Central repository for raw datasets</a:t>
            </a:r>
          </a:p>
          <a:p>
            <a:r>
              <a:rPr lang="en-GB" sz="1600">
                <a:solidFill>
                  <a:schemeClr val="tx2"/>
                </a:solidFill>
              </a:rPr>
              <a:t>Versioning &amp; lifecycle rules</a:t>
            </a:r>
          </a:p>
          <a:p>
            <a:r>
              <a:rPr lang="en-GB" sz="1600">
                <a:solidFill>
                  <a:schemeClr val="tx2"/>
                </a:solidFill>
              </a:rPr>
              <a:t>Scalable and durable</a:t>
            </a:r>
          </a:p>
          <a:p>
            <a:r>
              <a:rPr lang="en-GB" sz="1600">
                <a:solidFill>
                  <a:schemeClr val="tx2"/>
                </a:solidFill>
              </a:rPr>
              <a:t>Organised folder hierarchy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3680" y="-16714"/>
            <a:ext cx="4780320" cy="6874714"/>
            <a:chOff x="5818240" y="-1"/>
            <a:chExt cx="6373761" cy="6874714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Graphic 8" descr="Amazon Simple Storage Service (Amazon S3) service icon.">
            <a:extLst>
              <a:ext uri="{FF2B5EF4-FFF2-40B4-BE49-F238E27FC236}">
                <a16:creationId xmlns:a16="http://schemas.microsoft.com/office/drawing/2014/main" id="{39C91A0C-C24F-D5D8-5B00-BBE3BD83A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5781294" y="2337435"/>
            <a:ext cx="3106674" cy="3106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802955"/>
            <a:ext cx="3574747" cy="1454051"/>
          </a:xfrm>
        </p:spPr>
        <p:txBody>
          <a:bodyPr>
            <a:normAutofit/>
          </a:bodyPr>
          <a:lstStyle/>
          <a:p>
            <a:r>
              <a:rPr lang="en-GB" sz="3100">
                <a:solidFill>
                  <a:schemeClr val="tx2"/>
                </a:solidFill>
              </a:rPr>
              <a:t>Airbyte Cloud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421683"/>
            <a:ext cx="3574461" cy="3353476"/>
          </a:xfrm>
        </p:spPr>
        <p:txBody>
          <a:bodyPr anchor="t">
            <a:normAutofit/>
          </a:bodyPr>
          <a:lstStyle/>
          <a:p>
            <a:endParaRPr lang="en-GB" sz="1600">
              <a:solidFill>
                <a:schemeClr val="tx2"/>
              </a:solidFill>
            </a:endParaRPr>
          </a:p>
          <a:p>
            <a:r>
              <a:rPr lang="en-GB" sz="1600">
                <a:solidFill>
                  <a:schemeClr val="tx2"/>
                </a:solidFill>
              </a:rPr>
              <a:t>Automated ingestion from S3</a:t>
            </a:r>
          </a:p>
          <a:p>
            <a:r>
              <a:rPr lang="en-GB" sz="1600">
                <a:solidFill>
                  <a:schemeClr val="tx2"/>
                </a:solidFill>
              </a:rPr>
              <a:t>Daily scheduled syncs</a:t>
            </a:r>
          </a:p>
          <a:p>
            <a:r>
              <a:rPr lang="en-GB" sz="1600">
                <a:solidFill>
                  <a:schemeClr val="tx2"/>
                </a:solidFill>
              </a:rPr>
              <a:t>Schema enforcement</a:t>
            </a:r>
          </a:p>
          <a:p>
            <a:r>
              <a:rPr lang="en-GB" sz="1600">
                <a:solidFill>
                  <a:schemeClr val="tx2"/>
                </a:solidFill>
              </a:rPr>
              <a:t>Automatic table creation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3680" y="-16714"/>
            <a:ext cx="4780320" cy="6874714"/>
            <a:chOff x="5818240" y="-1"/>
            <a:chExt cx="6373761" cy="6874714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7DD6A09-CE39-11EE-FD3C-1F92458AC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294" y="2337435"/>
            <a:ext cx="3106674" cy="31066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802955"/>
            <a:ext cx="3574747" cy="1454051"/>
          </a:xfrm>
        </p:spPr>
        <p:txBody>
          <a:bodyPr>
            <a:normAutofit/>
          </a:bodyPr>
          <a:lstStyle/>
          <a:p>
            <a:r>
              <a:rPr lang="en-GB" sz="3100">
                <a:solidFill>
                  <a:schemeClr val="tx2"/>
                </a:solidFill>
              </a:rPr>
              <a:t>MotherDuck Warehouse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421683"/>
            <a:ext cx="3574461" cy="3353476"/>
          </a:xfrm>
        </p:spPr>
        <p:txBody>
          <a:bodyPr anchor="t">
            <a:normAutofit/>
          </a:bodyPr>
          <a:lstStyle/>
          <a:p>
            <a:endParaRPr lang="en-GB" sz="1600">
              <a:solidFill>
                <a:schemeClr val="tx2"/>
              </a:solidFill>
            </a:endParaRPr>
          </a:p>
          <a:p>
            <a:r>
              <a:rPr lang="en-GB" sz="1600">
                <a:solidFill>
                  <a:schemeClr val="tx2"/>
                </a:solidFill>
              </a:rPr>
              <a:t>High-performance SQL engine</a:t>
            </a:r>
          </a:p>
          <a:p>
            <a:r>
              <a:rPr lang="en-GB" sz="1600">
                <a:solidFill>
                  <a:schemeClr val="tx2"/>
                </a:solidFill>
              </a:rPr>
              <a:t>Fast analytical queries</a:t>
            </a:r>
          </a:p>
          <a:p>
            <a:r>
              <a:rPr lang="en-GB" sz="1600">
                <a:solidFill>
                  <a:schemeClr val="tx2"/>
                </a:solidFill>
              </a:rPr>
              <a:t>Centralised analytics environment</a:t>
            </a:r>
          </a:p>
          <a:p>
            <a:r>
              <a:rPr lang="en-GB" sz="1600">
                <a:solidFill>
                  <a:schemeClr val="tx2"/>
                </a:solidFill>
              </a:rPr>
              <a:t>Scalable compute and storage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3680" y="-16714"/>
            <a:ext cx="4780320" cy="6874714"/>
            <a:chOff x="5818240" y="-1"/>
            <a:chExt cx="6373761" cy="6874714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1016F4E-FED4-C43F-F397-12789FCFE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294" y="3051970"/>
            <a:ext cx="3106674" cy="16776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802955"/>
            <a:ext cx="3574747" cy="1454051"/>
          </a:xfrm>
        </p:spPr>
        <p:txBody>
          <a:bodyPr>
            <a:normAutofit/>
          </a:bodyPr>
          <a:lstStyle/>
          <a:p>
            <a:r>
              <a:rPr lang="en-GB" sz="3100" dirty="0">
                <a:solidFill>
                  <a:schemeClr val="tx2"/>
                </a:solidFill>
              </a:rPr>
              <a:t>Automation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421683"/>
            <a:ext cx="3574461" cy="3353476"/>
          </a:xfrm>
        </p:spPr>
        <p:txBody>
          <a:bodyPr anchor="t">
            <a:normAutofit/>
          </a:bodyPr>
          <a:lstStyle/>
          <a:p>
            <a:endParaRPr lang="en-GB" sz="1600">
              <a:solidFill>
                <a:schemeClr val="tx2"/>
              </a:solidFill>
            </a:endParaRPr>
          </a:p>
          <a:p>
            <a:r>
              <a:rPr lang="en-GB" sz="1600">
                <a:solidFill>
                  <a:schemeClr val="tx2"/>
                </a:solidFill>
              </a:rPr>
              <a:t>Near real-time freshness</a:t>
            </a:r>
          </a:p>
          <a:p>
            <a:r>
              <a:rPr lang="en-GB" sz="1600">
                <a:solidFill>
                  <a:schemeClr val="tx2"/>
                </a:solidFill>
              </a:rPr>
              <a:t>Removes manual uploads</a:t>
            </a:r>
          </a:p>
          <a:p>
            <a:r>
              <a:rPr lang="en-GB" sz="1600">
                <a:solidFill>
                  <a:schemeClr val="tx2"/>
                </a:solidFill>
              </a:rPr>
              <a:t>Reduces delays in reporting</a:t>
            </a:r>
          </a:p>
          <a:p>
            <a:r>
              <a:rPr lang="en-GB" sz="1600">
                <a:solidFill>
                  <a:schemeClr val="tx2"/>
                </a:solidFill>
              </a:rPr>
              <a:t>Reliable, repeatable pipeline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3680" y="-16714"/>
            <a:ext cx="4780320" cy="6874714"/>
            <a:chOff x="5818240" y="-1"/>
            <a:chExt cx="6373761" cy="6874714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BB4CF23-3B90-AC5B-987F-980CCC959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294" y="3180120"/>
            <a:ext cx="3106674" cy="14213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GB" sz="35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endParaRPr lang="en-GB" sz="1700"/>
          </a:p>
          <a:p>
            <a:r>
              <a:rPr lang="en-GB" sz="1700"/>
              <a:t>Modern automated ETL pipeline implemented</a:t>
            </a:r>
          </a:p>
          <a:p>
            <a:r>
              <a:rPr lang="en-GB" sz="1700"/>
              <a:t>Data centralised and analytics-ready</a:t>
            </a:r>
          </a:p>
          <a:p>
            <a:r>
              <a:rPr lang="en-GB" sz="1700"/>
              <a:t>Supports scalable, future-proof architecture</a:t>
            </a:r>
          </a:p>
          <a:p>
            <a:r>
              <a:rPr lang="en-GB" sz="1700"/>
              <a:t>Enables accurate and timely decision-making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6928866-AA23-DDC4-9715-4B75328CB5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73" r="13076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196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Retailio ETL Pipeline  by:  Nadia Mudassar  Data engineer consultant at AMDARI   https://github.com/Nmudassar/ETL_Projects/tree/main/retailio-elt</vt:lpstr>
      <vt:lpstr>Agenda</vt:lpstr>
      <vt:lpstr>Business Overview / Problem</vt:lpstr>
      <vt:lpstr>Aim of the Project</vt:lpstr>
      <vt:lpstr>Architecture Diagram</vt:lpstr>
      <vt:lpstr>Data Storage – AWS S3</vt:lpstr>
      <vt:lpstr>Airbyte Cloud Integration</vt:lpstr>
      <vt:lpstr>MotherDuck Warehouse</vt:lpstr>
      <vt:lpstr>Automation Benefits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Nadia Mudassar</cp:lastModifiedBy>
  <cp:revision>3</cp:revision>
  <dcterms:created xsi:type="dcterms:W3CDTF">2013-01-27T09:14:16Z</dcterms:created>
  <dcterms:modified xsi:type="dcterms:W3CDTF">2025-11-19T01:03:00Z</dcterms:modified>
  <cp:category/>
</cp:coreProperties>
</file>